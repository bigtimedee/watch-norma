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norma-app.com/auth/signup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Highest-Intent Ad Unit in Sports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inside the push notification that creates the viewer.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Pitch Deck  |  May 2026  |  ads@norma-app.com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Display Ad CTR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blindness is real.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Viewability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your budget is unseen.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Signal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know if the user cares.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advertisers spend billions on ads that users scroll past, skip, or never see.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changes the unit of advertising from the impression to the moment.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12–18% CTR. Not a Typo.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NORMA’s push notification ad unit vs. industry benchmarks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(Bet Resolved)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499616"/>
            <a:ext cx="41910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(Overtime)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029968"/>
            <a:ext cx="3352800" cy="274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0" name="Text 8"/>
          <p:cNvSpPr/>
          <p:nvPr/>
        </p:nvSpPr>
        <p:spPr>
          <a:xfrm>
            <a:off x="6781800" y="1993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(Close Game)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2794000" cy="274320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13" name="Text 11"/>
          <p:cNvSpPr/>
          <p:nvPr/>
        </p:nvSpPr>
        <p:spPr>
          <a:xfrm>
            <a:off x="6223000" y="25237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8–14%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054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Feed 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090672"/>
            <a:ext cx="27940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70840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Display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621024"/>
            <a:ext cx="19558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24580" y="3584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 Desk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4151376"/>
            <a:ext cx="22352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2520" y="4114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viewability  |  Zero bot traffic  |  Every impression is a real user on a real device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NORMA Advertising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4173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Fires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fan’s bet is covering, their team hits overtime, or a prediction resolves.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Runs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Vickrey auction in &lt;50ms. Your campaign matches the moment and audience.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14173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Delivered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appears inside the alert. The notification creates the viewer.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4173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Engages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2560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taps the notification, opens the app, and acts on your CTA.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ad doesn’t interrupt attention. It creates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Moment Types. Each Priced Differently.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CTR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Resolved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14–20%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 Resolved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Game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Alert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Moneyline Alert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/ Prop Alert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 Alert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Foul Trouble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 Alert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377440" cy="1645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Premiums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0" y="1371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Tournament: 1.5x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Weekend: 1.2x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live games: 1.3x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Late-game/OT: 1.5x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83464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3246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game, NCAA tourney, Sat: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$0.35 × 1.5 × 1.2 × 1.5</a:t>
            </a: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$0.95 effective floor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Higher-intent moments cost more and convert more. You choose where your budget goes.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Never Overpay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Second-price (Vickrey) auction: highest bid wins, pays $0.01 above the second-highest bid.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74320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Bid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 Bid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DraftKings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1.2× game, 1.15× 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$0.483 ← WINS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FanDuel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1.05× creative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BetMGM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ESPN BET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1.1× creative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DraftKings wins at </a:t>
            </a:r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$0.421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(2nd-highest bid $0.420 + $0.01)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 $0.062 per impression.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your true value. The system protects you from overpaying.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It and Let It Run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17320"/>
            <a:ext cx="594360" cy="5943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361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Sampling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multiple creatives. NORMA auto-shifts traffic to the highest-CTR variant. No A/B test management.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5361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Auto-Bidding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target CPA. Bids adjust every 30 minutes based on real conversion data.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7432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063240"/>
            <a:ext cx="594360" cy="5943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1821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Pacing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caps + hourly throttle prevent burning budget during one window. Spend spreads evenly.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74320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063240"/>
            <a:ext cx="594360" cy="5943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1821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sweeps for impression stuffing, anomalous CTR, and budget drain attacks. Auto-pauses bad actors.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 vs. Incumbents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Unit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notification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Display/Search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Feed/Stories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Second-price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First-price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First-price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Truthful (no shading)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Shading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Shading 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Opt.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(Thompson)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A/B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Excl.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available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available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Freq.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3/day hard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 Surface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(real devices)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Self-Serve Advertiser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Launch, manage, and optimize campaigns in one dashboard. No sales calls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Campaign Wizard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 → Targeting → Bidding → Creatives → Launch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Impressions, CTR, CPA updated every 15 minutes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37160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Per-moment-type bids with floor indicators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9260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A/B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variants, auto-optimize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260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Supply Forecast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campaigns around live schedules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9260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Billing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funds, track spend, no minimums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Sportsbook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you’re a sportsbook, NORMA offers game-contextual deep links from live-game alerts straight into your 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463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DraftKings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463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FanDuel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463040"/>
            <a:ext cx="1463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BetMGM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463040"/>
            <a:ext cx="1463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463040"/>
            <a:ext cx="14630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4630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ESPN BET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24688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CTAs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colors, your logo, your deep link. "Bet Now on DraftKings" rendered natively in the alert card.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560320"/>
            <a:ext cx="24688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Attribution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which impressions drive wager placements. Configurable attribution windows and postback URLs.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560320"/>
            <a:ext cx="24688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Deep Links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gets an alert about their spread → taps → lands in your app on the right game page.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reach fans at their most engaged?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free advertiser account. Set up your first campaign in minutes. No minimum spend.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3017520"/>
            <a:ext cx="219456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210312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Account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3017520"/>
            <a:ext cx="21945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931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490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ads@norma-app.com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• Self-Serve • $50 Credit for New Advertisers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 Advertiser Pitch Deck</dc:title>
  <dc:subject>PptxGenJS Presentation</dc:subject>
  <dc:creator>NORMA</dc:creator>
  <cp:lastModifiedBy>NORMA</cp:lastModifiedBy>
  <cp:revision>1</cp:revision>
  <dcterms:created xsi:type="dcterms:W3CDTF">2026-05-10T15:56:11Z</dcterms:created>
  <dcterms:modified xsi:type="dcterms:W3CDTF">2026-05-10T15:56:11Z</dcterms:modified>
</cp:coreProperties>
</file>